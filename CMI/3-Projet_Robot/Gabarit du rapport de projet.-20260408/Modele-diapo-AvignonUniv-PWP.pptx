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7"/>
  </p:notesMasterIdLst>
  <p:handoutMasterIdLst>
    <p:handoutMasterId r:id="rId8"/>
  </p:handoutMasterIdLst>
  <p:sldIdLst>
    <p:sldId id="256" r:id="rId3"/>
    <p:sldId id="257" r:id="rId4"/>
    <p:sldId id="258" r:id="rId5"/>
    <p:sldId id="259" r:id="rId6"/>
  </p:sldIdLst>
  <p:sldSz cx="10080625" cy="5670550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91"/>
  </p:normalViewPr>
  <p:slideViewPr>
    <p:cSldViewPr snapToGrid="0" snapToObjects="1">
      <p:cViewPr varScale="1">
        <p:scale>
          <a:sx n="133" d="100"/>
          <a:sy n="133" d="100"/>
        </p:scale>
        <p:origin x="6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1 colonne</c:v>
          </c:tx>
          <c:spPr>
            <a:solidFill>
              <a:srgbClr val="004586"/>
            </a:solidFill>
            <a:ln>
              <a:noFill/>
            </a:ln>
          </c:spPr>
          <c:invertIfNegative val="0"/>
          <c:cat>
            <c:strLit>
              <c:ptCount val="4"/>
              <c:pt idx="0">
                <c:v>1 ligne</c:v>
              </c:pt>
              <c:pt idx="1">
                <c:v>2 ligne</c:v>
              </c:pt>
              <c:pt idx="2">
                <c:v>3 ligne</c:v>
              </c:pt>
              <c:pt idx="3">
                <c:v>4 ligne</c:v>
              </c:pt>
            </c:strLit>
          </c:cat>
          <c:val>
            <c:numLit>
              <c:formatCode>General</c:formatCode>
              <c:ptCount val="4"/>
              <c:pt idx="0">
                <c:v>9.1</c:v>
              </c:pt>
              <c:pt idx="1">
                <c:v>2.4</c:v>
              </c:pt>
              <c:pt idx="2">
                <c:v>3.1</c:v>
              </c:pt>
              <c:pt idx="3">
                <c:v>4.3</c:v>
              </c:pt>
            </c:numLit>
          </c:val>
        </c:ser>
        <c:ser>
          <c:idx val="1"/>
          <c:order val="1"/>
          <c:tx>
            <c:v>2 colonne</c:v>
          </c:tx>
          <c:spPr>
            <a:solidFill>
              <a:srgbClr val="FF420E"/>
            </a:solidFill>
            <a:ln>
              <a:noFill/>
            </a:ln>
          </c:spPr>
          <c:invertIfNegative val="0"/>
          <c:cat>
            <c:strLit>
              <c:ptCount val="4"/>
              <c:pt idx="0">
                <c:v>1 ligne</c:v>
              </c:pt>
              <c:pt idx="1">
                <c:v>2 ligne</c:v>
              </c:pt>
              <c:pt idx="2">
                <c:v>3 ligne</c:v>
              </c:pt>
              <c:pt idx="3">
                <c:v>4 ligne</c:v>
              </c:pt>
            </c:strLit>
          </c:cat>
          <c:val>
            <c:numLit>
              <c:formatCode>General</c:formatCode>
              <c:ptCount val="4"/>
              <c:pt idx="0">
                <c:v>3.2</c:v>
              </c:pt>
              <c:pt idx="1">
                <c:v>8.8000000000000007</c:v>
              </c:pt>
              <c:pt idx="2">
                <c:v>1.5</c:v>
              </c:pt>
              <c:pt idx="3">
                <c:v>9.02</c:v>
              </c:pt>
            </c:numLit>
          </c:val>
        </c:ser>
        <c:ser>
          <c:idx val="2"/>
          <c:order val="2"/>
          <c:tx>
            <c:v>3 colonne</c:v>
          </c:tx>
          <c:spPr>
            <a:solidFill>
              <a:srgbClr val="FFD320"/>
            </a:solidFill>
            <a:ln>
              <a:noFill/>
            </a:ln>
          </c:spPr>
          <c:invertIfNegative val="0"/>
          <c:cat>
            <c:strLit>
              <c:ptCount val="4"/>
              <c:pt idx="0">
                <c:v>1 ligne</c:v>
              </c:pt>
              <c:pt idx="1">
                <c:v>2 ligne</c:v>
              </c:pt>
              <c:pt idx="2">
                <c:v>3 ligne</c:v>
              </c:pt>
              <c:pt idx="3">
                <c:v>4 ligne</c:v>
              </c:pt>
            </c:strLit>
          </c:cat>
          <c:val>
            <c:numLit>
              <c:formatCode>General</c:formatCode>
              <c:ptCount val="4"/>
              <c:pt idx="0">
                <c:v>4.54</c:v>
              </c:pt>
              <c:pt idx="1">
                <c:v>9.65</c:v>
              </c:pt>
              <c:pt idx="2">
                <c:v>3.7</c:v>
              </c:pt>
              <c:pt idx="3">
                <c:v>6.2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7964880"/>
        <c:axId val="158042304"/>
      </c:barChart>
      <c:valAx>
        <c:axId val="158042304"/>
        <c:scaling>
          <c:orientation val="minMax"/>
        </c:scaling>
        <c:delete val="0"/>
        <c:axPos val="l"/>
        <c:majorGridlines>
          <c:spPr>
            <a:ln>
              <a:solidFill>
                <a:srgbClr val="B3B3B3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solidFill>
              <a:srgbClr val="B3B3B3"/>
            </a:solidFill>
          </a:ln>
        </c:spPr>
        <c:txPr>
          <a:bodyPr/>
          <a:lstStyle/>
          <a:p>
            <a:pPr>
              <a:defRPr sz="1000" b="0"/>
            </a:pPr>
            <a:endParaRPr lang="fr-FR"/>
          </a:p>
        </c:txPr>
        <c:crossAx val="197964880"/>
        <c:crossesAt val="0"/>
        <c:crossBetween val="between"/>
      </c:valAx>
      <c:catAx>
        <c:axId val="197964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solidFill>
              <a:srgbClr val="B3B3B3"/>
            </a:solidFill>
          </a:ln>
        </c:spPr>
        <c:txPr>
          <a:bodyPr/>
          <a:lstStyle/>
          <a:p>
            <a:pPr>
              <a:defRPr sz="1000" b="0"/>
            </a:pPr>
            <a:endParaRPr lang="fr-FR"/>
          </a:p>
        </c:txPr>
        <c:crossAx val="158042304"/>
        <c:crossesAt val="0"/>
        <c:auto val="1"/>
        <c:lblAlgn val="ctr"/>
        <c:lblOffset val="100"/>
        <c:noMultiLvlLbl val="0"/>
      </c:catAx>
      <c:spPr>
        <a:noFill/>
        <a:ln>
          <a:solidFill>
            <a:srgbClr val="B3B3B3"/>
          </a:solidFill>
          <a:prstDash val="solid"/>
        </a:ln>
      </c:spPr>
    </c:plotArea>
    <c:legend>
      <c:legendPos val="r"/>
      <c:overlay val="0"/>
      <c:spPr>
        <a:noFill/>
        <a:ln>
          <a:noFill/>
        </a:ln>
      </c:spPr>
      <c:txPr>
        <a:bodyPr/>
        <a:lstStyle/>
        <a:p>
          <a:pPr>
            <a:defRPr sz="1000" b="0"/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7FA37419-D959-D740-92D1-0F0766CD9D09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0">
            <a:sp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fr-FR" sz="1400" b="0" i="0" u="none" strike="noStrike" kern="1200" cap="none">
              <a:ln>
                <a:noFill/>
              </a:ln>
              <a:latin typeface="Liberation Sans" pitchFamily="18"/>
              <a:ea typeface="PingFang SC" pitchFamily="2"/>
              <a:cs typeface="Arial Unicode MS" pitchFamily="2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09A0807-E27F-7C4B-A40C-6AA5D3E27F3C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0">
            <a:spAutoFit/>
          </a:bodyPr>
          <a:lstStyle/>
          <a:p>
            <a:pPr marL="0" marR="0" lvl="0" indent="0" algn="r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fr-FR" sz="1400" b="0" i="0" u="none" strike="noStrike" kern="1200" cap="none">
              <a:ln>
                <a:noFill/>
              </a:ln>
              <a:latin typeface="Liberation Sans" pitchFamily="18"/>
              <a:ea typeface="PingFang SC" pitchFamily="2"/>
              <a:cs typeface="Arial Unicode MS" pitchFamily="2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E49A6CB-0E7F-B94B-8008-DD2BD45A8BB3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="b" anchorCtr="0" compatLnSpc="0">
            <a:sp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fr-FR" sz="1400" b="0" i="0" u="none" strike="noStrike" kern="1200" cap="none">
              <a:ln>
                <a:noFill/>
              </a:ln>
              <a:latin typeface="Liberation Sans" pitchFamily="18"/>
              <a:ea typeface="PingFang SC" pitchFamily="2"/>
              <a:cs typeface="Arial Unicode MS" pitchFamily="2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5A5194-41BC-CE4C-9C25-EAD1E3A326E6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="b" anchorCtr="0" compatLnSpc="0">
            <a:spAutoFit/>
          </a:bodyPr>
          <a:lstStyle/>
          <a:p>
            <a:pPr marL="0" marR="0" lvl="0" indent="0" algn="r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2EB66078-E9AF-7E41-91F3-90A08EDB0635}" type="slidenum">
              <a:t>‹N°›</a:t>
            </a:fld>
            <a:endParaRPr lang="fr-FR" sz="1400" b="0" i="0" u="none" strike="noStrike" kern="1200" cap="none">
              <a:ln>
                <a:noFill/>
              </a:ln>
              <a:latin typeface="Liberation Sans" pitchFamily="18"/>
              <a:ea typeface="PingFang SC" pitchFamily="2"/>
              <a:cs typeface="Arial Unicode M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357656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5897C96-A111-1D43-BE7F-ACD1692769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79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B1C8150-D2B9-454D-B4BA-F13B290D1FDF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fr-FR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864DBB18-4D0E-E246-9751-B5102F401595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spAutoFit/>
          </a:bodyPr>
          <a:lstStyle>
            <a:lvl1pPr lvl="0" hangingPunct="0">
              <a:buNone/>
              <a:tabLst/>
              <a:defRPr lang="fr-FR" sz="1400" kern="1200">
                <a:latin typeface="Liberation Serif" pitchFamily="18"/>
                <a:ea typeface="Tahoma" pitchFamily="2"/>
                <a:cs typeface="Tahoma" pitchFamily="2"/>
              </a:defRPr>
            </a:lvl1pPr>
          </a:lstStyle>
          <a:p>
            <a:pPr lvl="0"/>
            <a:endParaRPr lang="fr-F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E6ED02-6363-EB4B-BBD8-4442817C211C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spAutoFit/>
          </a:bodyPr>
          <a:lstStyle>
            <a:lvl1pPr lvl="0" algn="r" hangingPunct="0">
              <a:buNone/>
              <a:tabLst/>
              <a:defRPr lang="fr-FR" sz="1400" kern="1200">
                <a:latin typeface="Liberation Serif" pitchFamily="18"/>
                <a:ea typeface="Tahoma" pitchFamily="2"/>
                <a:cs typeface="Tahoma" pitchFamily="2"/>
              </a:defRPr>
            </a:lvl1pPr>
          </a:lstStyle>
          <a:p>
            <a:pPr lvl="0"/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DBB2736-E994-0548-9656-9D659FF64D15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spAutoFit/>
          </a:bodyPr>
          <a:lstStyle>
            <a:lvl1pPr lvl="0" hangingPunct="0">
              <a:buNone/>
              <a:tabLst/>
              <a:defRPr lang="fr-FR" sz="1400" kern="1200">
                <a:latin typeface="Liberation Serif" pitchFamily="18"/>
                <a:ea typeface="Tahoma" pitchFamily="2"/>
                <a:cs typeface="Tahoma" pitchFamily="2"/>
              </a:defRPr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4D4C2E0-456A-FF49-9241-CF9DB901F79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spAutoFit/>
          </a:bodyPr>
          <a:lstStyle>
            <a:lvl1pPr lvl="0" algn="r" hangingPunct="0">
              <a:buNone/>
              <a:tabLst/>
              <a:defRPr lang="fr-FR" sz="1400" kern="1200">
                <a:latin typeface="Liberation Serif" pitchFamily="18"/>
                <a:ea typeface="Tahoma" pitchFamily="2"/>
                <a:cs typeface="Tahoma" pitchFamily="2"/>
              </a:defRPr>
            </a:lvl1pPr>
          </a:lstStyle>
          <a:p>
            <a:pPr lvl="0"/>
            <a:fld id="{27A0DDA4-B21A-0B42-86D2-83C5EDFF96E1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9596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buNone/>
      <a:tabLst/>
      <a:defRPr lang="fr-FR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ea typeface="PingFang SC" pitchFamily="2"/>
        <a:cs typeface="Arial Unicode MS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134383-C309-6841-A410-0070E31379C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spAutoFit/>
          </a:bodyPr>
          <a:lstStyle/>
          <a:p>
            <a:pPr lvl="0"/>
            <a:fld id="{B3B8E169-4E4D-7840-87A3-C4AB70F3FDDD}" type="slidenum">
              <a:t>1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14CC0DA-2016-3347-87BA-ADDEE357922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4741A98-9CEB-B841-A0FE-380878A5E9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89ACC49-AACB-9749-A9E4-4308F5186E5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spAutoFit/>
          </a:bodyPr>
          <a:lstStyle/>
          <a:p>
            <a:pPr lvl="0"/>
            <a:fld id="{49B5B5F1-CE32-3845-8104-C8C31C2298CA}" type="slidenum">
              <a:t>2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3B0A6C7-5477-CE41-9A17-690EAC7B247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E69A855-54A3-CE47-B8D3-8EDCB7DCCB3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5C48AB-2EC4-5B46-A0AE-599FA7DCC90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spAutoFit/>
          </a:bodyPr>
          <a:lstStyle/>
          <a:p>
            <a:pPr lvl="0"/>
            <a:fld id="{02AB5017-0EE2-464D-BB62-9263892FCAA2}" type="slidenum">
              <a:t>3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DB643D4-DCF1-A94F-8047-0A8FDAA6637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57E8109-2784-0C40-8D35-1DF5A913517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71F432-0E21-3F49-B113-78A2A857DF0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spAutoFit/>
          </a:bodyPr>
          <a:lstStyle/>
          <a:p>
            <a:pPr lvl="0"/>
            <a:fld id="{264CAF7C-C793-5341-BFEF-0E6ACDA64F5C}" type="slidenum">
              <a:t>4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845DD6B-2CF1-E944-83FD-FDB12555621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8B24725-973C-D640-A77D-873F609EB79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3CF041-7BEC-164F-8867-D350400A6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B96835-0360-B84E-9F8A-8B47A3DFF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2F1B9A-C66B-7C41-897B-C8B3E0D0F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C920C1-364D-C249-8E38-15B177C22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EA7AE7-2A11-7D4A-92FA-A5F278240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69563D6-633F-1045-99F0-E12919FA1223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330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6F1C06-A739-D543-B48F-2BE15B3F9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1B4A69-EE1E-7B40-8EA6-4F8631998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CAB0F3-71FE-4449-BE69-1C2B888D2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7198E4-FE85-6F4C-AB1B-B13C4E2EB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878F4A-6BB4-244C-B9EE-FDC3D6FAB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1171EB7-89D7-034F-869C-6E4409B5D899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0831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DBDDF5-6A45-BF4A-8380-6B44B9133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CAFEB00-684F-8D42-B8D4-8AB0FBD8F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7E666C-F12C-DA4B-8B21-639DF8916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209B53-A257-A645-867D-DC9A3BA46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6461C8-8BB6-3242-B794-145F8207F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8354FCB-F984-3D4B-8180-94C177832B55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3803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8B34CA-3D12-6E43-9B96-E22D0E1A7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11347B-126C-FF4C-87C0-4DF4148FD1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2592388"/>
            <a:ext cx="4459287" cy="2022475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9077722-91B8-2847-969F-7CA75F089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2592388"/>
            <a:ext cx="4460875" cy="2022475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DC49510-118A-484F-B9F1-BBAF481F3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754514-F394-964C-9874-B2C9718A6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0AA324C-54F1-2044-B46D-FF8E937C2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1822863-7AEB-A441-A80B-51AECA06FA2C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1662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7B668A-E121-1743-B044-47D635A6F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1B1EAA5-379F-F442-8361-52C1A57E4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97E0099-D230-F644-810D-0E77760DE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D7BD830-B8AA-CF4F-BBD9-52972D6CEA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5DC6E6A-9C21-AE41-958D-C099053F58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36A3BD2-A7B2-BB4B-8812-73EE6C029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FE0A5F3-16BB-EE47-85F8-94300B406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C64E18E-E409-6E49-B876-624424276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EB8FDBF-5A6E-7446-AD47-AAD00ABC4303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8077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038BB0-FAF1-1242-823D-B324118B7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A9F8825-6FE7-4546-B765-86605E246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B20DDB8-DD12-BD4D-9A89-446403158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F499653-47C6-364F-9878-13E1966E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8847029-F984-8846-AAF4-CD46BA3D62CD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8604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C569273-30F9-1144-BF54-2A88364F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4958102-47BE-6D44-BD5E-5922E5381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DFF603-2EB2-4248-AAF5-26671E61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12DC138-917A-C34D-B10C-1E3555558227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419839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DF2D79-BE18-1E4A-A31B-0C72BE432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322AA1-1B46-DF43-A266-3ECE0531D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B349731-06AD-134E-BF07-088E823EE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4C313A0-5E2E-CC41-8779-41D27A5B2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93B348B-A75B-0442-93C5-F03860FA7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B8F58B-F1A5-554D-A7A3-0FFC17A8B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0019F73-BC5D-1947-954A-AC68B84D16CE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4130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E247C6-322A-0248-A8FA-EED0B650B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9F9DE90-5547-CD4D-ACAC-60797A1ED0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0417330-4D71-1C46-89AE-42403EF13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84ECA3A-D702-9843-B445-C4187F905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8AF25F0-7B3D-7547-B368-BD6884441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7E9A486-BCDA-F843-AB4F-CA66E49B6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3F66A6F-54F3-7742-A8A3-AC4582048B5D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5686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A93D87-C46A-EB41-BC39-EAAF6C22E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4A6A4C5-DE69-1249-9C4B-459202AD05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0E1175-5F9F-ED41-BFD0-417DD8DE5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D2999D-E2C4-C74C-8848-F53111F8A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A8177C-B133-164F-91A0-492EFE2DC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63DA8CA-C50C-B94F-A351-3DF0CDF24392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237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A2A41BC-DD20-4B44-BE8C-1ED9617EA8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1325563"/>
            <a:ext cx="2266950" cy="3289300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018C921-4D5C-424D-B02A-FABE93D188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1325563"/>
            <a:ext cx="6653212" cy="3289300"/>
          </a:xfrm>
        </p:spPr>
        <p:txBody>
          <a:bodyPr vert="eaVert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A4430A-0AFC-1942-84EE-CF830141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C233FE-D084-7645-A165-C96A77D29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D7897F-90B2-A34A-B45A-904832F5C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9B0935C-4F9C-E546-B6CF-ED9F4CC02355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2137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F06096-24C9-2B4A-8BB9-70FBD6F11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9C39E12-AEB5-7148-8D5E-8CD169B922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2F50D7-2F51-EF4E-8D91-976F4C894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76405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379040-A66D-8544-9F66-CDCBD21D0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AC30A9-0F1C-1746-9A95-692A34E33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B71FC0-9CDE-C24E-9981-CD77B85B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81766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100247-C924-C244-A12C-7CEB66C3F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B2118A6-7456-0546-AC43-565CE9A96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F26400-E116-564A-B55F-CF41204E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02499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1B91A5-4055-EE46-B4F8-B274899B6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D704A2-1FE8-4F43-9CB4-52C8FD73F5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A940916-C2B4-1E4B-A774-C5B42E61BE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CCAF31E-DA95-EF42-97B8-EC422E5D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0670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0746C4-DC22-054E-B8DC-46DEEA372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1AF4C6-87C4-3F4B-ACC9-6B22F4139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100A4DE-0251-AD49-B65B-6A1637BB0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0B88BB0-1BFE-EA48-B700-C927B206B2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E70B72F-A939-9343-8FF5-A15310E503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3288A14-5228-6646-B407-7E2B5F389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44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C8893A-C956-9D45-BDA4-96784952D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772D9AF-FE38-D247-AC59-85ED9E5FD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31899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37C850A-CB4E-F84F-8ED2-F365782C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357143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31E6DD-D954-3548-8E00-6347BD2C1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6E5D92-9418-0644-A68B-BF37F85D3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319D039-9229-2848-A444-9C3695C598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811F2B-B457-0D40-8F4C-F77237F0C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12855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D94A09-C319-6646-AF60-EB7FA30B2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BEBC127-DEF8-6046-AD71-50B46DCE75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F2F9F9B-4AB0-4748-B487-9E8381F35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A851575-7AA0-BC4C-A760-411063053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2466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51CB46-7664-644F-AB36-4955AA47E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EC1D551-A823-C346-826E-E2C7FC42E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470D21-9A3B-7E48-98FC-F9053F6C3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15909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5533F74-DEE3-A54A-90E8-B0A2EDF3BA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FCA5E17-650D-4743-A25D-7E464BC5D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E00C79-2397-C147-BB08-075A03C6A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4374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B9B48A92-2AE9-5543-91E7-697CF9C7B5BB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0" y="-33120"/>
            <a:ext cx="10079640" cy="56437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space réservé du titre 2">
            <a:extLst>
              <a:ext uri="{FF2B5EF4-FFF2-40B4-BE49-F238E27FC236}">
                <a16:creationId xmlns:a16="http://schemas.microsoft.com/office/drawing/2014/main" id="{D2934F66-CCAE-6640-A723-5DD0842DEB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132624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57D3ED5-BCE5-664C-AD67-58814B7DF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2592000"/>
            <a:ext cx="9071640" cy="20224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6E2CA4D-DB93-6A47-8744-8EA5EE518077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16456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spAutoFit/>
          </a:bodyPr>
          <a:lstStyle>
            <a:lvl1pPr lvl="0" hangingPunct="0">
              <a:buNone/>
              <a:tabLst/>
              <a:defRPr lang="fr-FR" sz="1400" kern="1200">
                <a:latin typeface="Liberation Serif" pitchFamily="18"/>
                <a:ea typeface="Tahoma" pitchFamily="2"/>
                <a:cs typeface="Tahoma" pitchFamily="2"/>
              </a:defRPr>
            </a:lvl1pPr>
          </a:lstStyle>
          <a:p>
            <a:pPr lvl="0"/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4E9BED3-7663-5C48-96F6-A99DE206719E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0" y="5164560"/>
            <a:ext cx="10080000" cy="505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spAutoFit/>
          </a:bodyPr>
          <a:lstStyle>
            <a:lvl1pPr lvl="0" algn="ctr" hangingPunct="0">
              <a:buNone/>
              <a:tabLst/>
              <a:defRPr lang="fr-FR" sz="1400" kern="1200">
                <a:latin typeface="Liberation Serif" pitchFamily="18"/>
                <a:ea typeface="Tahoma" pitchFamily="2"/>
                <a:cs typeface="Tahoma" pitchFamily="2"/>
              </a:defRPr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3F899B0-ADDE-5145-940D-45ADB10039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456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spAutoFit/>
          </a:bodyPr>
          <a:lstStyle>
            <a:lvl1pPr lvl="0" algn="r" hangingPunct="0">
              <a:buNone/>
              <a:tabLst/>
              <a:defRPr lang="fr-FR" sz="1400" kern="1200">
                <a:latin typeface="Liberation Serif" pitchFamily="18"/>
                <a:ea typeface="Tahoma" pitchFamily="2"/>
                <a:cs typeface="Tahoma" pitchFamily="2"/>
              </a:defRPr>
            </a:lvl1pPr>
          </a:lstStyle>
          <a:p>
            <a:pPr lvl="0"/>
            <a:fld id="{FB039F34-1EBE-684C-A1F9-742EF57A0CA0}" type="slidenum"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hangingPunct="0">
        <a:tabLst/>
        <a:defRPr lang="fr-FR" sz="4400" b="1" i="0" u="none" strike="noStrike" kern="1200" cap="none">
          <a:ln>
            <a:noFill/>
          </a:ln>
          <a:solidFill>
            <a:srgbClr val="FF364D"/>
          </a:solidFill>
          <a:highlight>
            <a:scrgbClr r="0" g="0" b="0">
              <a:alpha val="0"/>
            </a:scrgbClr>
          </a:highlight>
          <a:latin typeface="Tahoma" pitchFamily="34"/>
          <a:ea typeface="PingFang SC" pitchFamily="2"/>
          <a:cs typeface="Arial Unicode MS" pitchFamily="2"/>
        </a:defRPr>
      </a:lvl1pPr>
    </p:titleStyle>
    <p:bodyStyle>
      <a:lvl1pPr marL="0" marR="0" indent="0" hangingPunct="0">
        <a:spcBef>
          <a:spcPts val="1412"/>
        </a:spcBef>
        <a:spcAft>
          <a:spcPts val="0"/>
        </a:spcAft>
        <a:tabLst/>
        <a:defRPr lang="fr-FR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Tahoma" pitchFamily="34"/>
          <a:ea typeface="PingFang SC" pitchFamily="2"/>
          <a:cs typeface="Arial Unicode MS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6329F4AB-1988-5348-9749-A431C4854326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360" y="62280"/>
            <a:ext cx="10079640" cy="56437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space réservé du titre 2">
            <a:extLst>
              <a:ext uri="{FF2B5EF4-FFF2-40B4-BE49-F238E27FC236}">
                <a16:creationId xmlns:a16="http://schemas.microsoft.com/office/drawing/2014/main" id="{E926917E-289E-B54A-A68E-73C7CB1E1E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531B4A1-C547-0845-B921-B706D80C83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E05F2C7-A05A-354C-B93D-6CAE719B92B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467720" y="5364000"/>
            <a:ext cx="566028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spAutoFit/>
          </a:bodyPr>
          <a:lstStyle>
            <a:lvl1pPr lvl="0" hangingPunct="0">
              <a:buNone/>
              <a:tabLst/>
              <a:defRPr lang="fr-FR" sz="1300" kern="1200">
                <a:solidFill>
                  <a:srgbClr val="FFFFFF"/>
                </a:solidFill>
                <a:latin typeface="Tahoma" pitchFamily="34"/>
                <a:ea typeface="Tahoma" pitchFamily="2"/>
                <a:cs typeface="Tahoma" pitchFamily="2"/>
              </a:defRPr>
            </a:lvl1pPr>
          </a:lstStyle>
          <a:p>
            <a:pPr lvl="0"/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hangingPunct="0">
        <a:tabLst/>
        <a:defRPr lang="fr-FR" sz="3600" b="1" i="0" u="none" strike="noStrike" kern="1200" cap="none">
          <a:ln>
            <a:noFill/>
          </a:ln>
          <a:solidFill>
            <a:srgbClr val="FF364D"/>
          </a:solidFill>
          <a:highlight>
            <a:scrgbClr r="0" g="0" b="0">
              <a:alpha val="0"/>
            </a:scrgbClr>
          </a:highlight>
          <a:latin typeface="Tahoma" pitchFamily="34"/>
          <a:ea typeface="PingFang SC" pitchFamily="2"/>
          <a:cs typeface="Arial Unicode MS" pitchFamily="2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fr-FR" sz="2800" b="0" i="0" u="none" strike="noStrike" kern="1200" cap="none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Tahoma" pitchFamily="34"/>
          <a:ea typeface="PingFang SC" pitchFamily="2"/>
          <a:cs typeface="Arial Unicode MS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753E2A6-2222-D64B-9D25-3F7767BBDB67}"/>
              </a:ext>
            </a:extLst>
          </p:cNvPr>
          <p:cNvSpPr txBox="1"/>
          <p:nvPr/>
        </p:nvSpPr>
        <p:spPr>
          <a:xfrm>
            <a:off x="1007999" y="2015280"/>
            <a:ext cx="7992000" cy="352044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0">
            <a:spAutoFit/>
          </a:bodyPr>
          <a:lstStyle/>
          <a:p>
            <a:pPr marL="0" marR="0" lvl="0" indent="0" algn="ctr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600"/>
            </a:pPr>
            <a:r>
              <a:rPr lang="fr-FR" sz="3600" b="1" i="0" u="none" strike="noStrike" kern="1200" cap="none" dirty="0">
                <a:ln>
                  <a:noFill/>
                </a:ln>
                <a:solidFill>
                  <a:srgbClr val="FF364D"/>
                </a:solidFill>
                <a:latin typeface="Tahoma" pitchFamily="34"/>
                <a:ea typeface="PingFang SC" pitchFamily="2"/>
                <a:cs typeface="Arial Unicode MS" pitchFamily="2"/>
              </a:rPr>
              <a:t>TITRE DU DIAPORAMA</a:t>
            </a:r>
          </a:p>
          <a:p>
            <a:pPr marL="0" marR="0" lvl="0" indent="0" algn="ctr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600"/>
            </a:pPr>
            <a:endParaRPr lang="fr-FR" sz="3600" b="1" i="0" u="none" strike="noStrike" kern="1200" cap="none" dirty="0">
              <a:ln>
                <a:noFill/>
              </a:ln>
              <a:solidFill>
                <a:srgbClr val="FF364D"/>
              </a:solidFill>
              <a:latin typeface="Tahoma" pitchFamily="34"/>
              <a:ea typeface="PingFang SC" pitchFamily="2"/>
              <a:cs typeface="Arial Unicode MS" pitchFamily="2"/>
            </a:endParaRPr>
          </a:p>
          <a:p>
            <a:pPr marL="0" marR="0" lvl="0" indent="0" algn="ctr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600"/>
            </a:pPr>
            <a:r>
              <a:rPr lang="fr-FR" sz="3600" b="0" i="1" u="none" strike="noStrike" kern="1200" cap="none" dirty="0">
                <a:ln>
                  <a:noFill/>
                </a:ln>
                <a:solidFill>
                  <a:srgbClr val="FF994E"/>
                </a:solidFill>
                <a:latin typeface="Tahoma" pitchFamily="34"/>
                <a:ea typeface="PingFang SC" pitchFamily="2"/>
                <a:cs typeface="Arial Unicode MS" pitchFamily="2"/>
              </a:rPr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C83935-CBCC-FD40-88E8-A94C3BF429F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fr-FR"/>
              <a:t>Titre 1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A95CCC7-079D-CA42-9D96-A9D6CF5D5DF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007999" y="1326240"/>
            <a:ext cx="8567640" cy="3288239"/>
          </a:xfrm>
        </p:spPr>
        <p:txBody>
          <a:bodyPr anchor="t"/>
          <a:lstStyle/>
          <a:p>
            <a:pPr lvl="0" algn="l">
              <a:spcBef>
                <a:spcPts val="567"/>
              </a:spcBef>
              <a:spcAft>
                <a:spcPts val="567"/>
              </a:spcAft>
              <a:buSzPct val="45000"/>
              <a:buFont typeface="OpenSymbol"/>
              <a:buChar char="●"/>
            </a:pPr>
            <a:r>
              <a:rPr lang="fr-FR"/>
              <a:t>Texte 1</a:t>
            </a:r>
          </a:p>
          <a:p>
            <a:pPr lvl="0" algn="l">
              <a:spcBef>
                <a:spcPts val="567"/>
              </a:spcBef>
              <a:spcAft>
                <a:spcPts val="567"/>
              </a:spcAft>
              <a:buSzPct val="45000"/>
              <a:buFont typeface="OpenSymbol"/>
              <a:buChar char="●"/>
            </a:pPr>
            <a:r>
              <a:rPr lang="fr-FR"/>
              <a:t>Texte 2</a:t>
            </a:r>
          </a:p>
          <a:p>
            <a:pPr lvl="0" algn="l">
              <a:spcBef>
                <a:spcPts val="567"/>
              </a:spcBef>
              <a:spcAft>
                <a:spcPts val="567"/>
              </a:spcAft>
              <a:buSzPct val="45000"/>
              <a:buFont typeface="OpenSymbol"/>
              <a:buChar char="●"/>
            </a:pPr>
            <a:r>
              <a:rPr lang="fr-FR"/>
              <a:t>Texte 3</a:t>
            </a:r>
          </a:p>
          <a:p>
            <a:pPr lvl="0" algn="l">
              <a:spcBef>
                <a:spcPts val="567"/>
              </a:spcBef>
              <a:spcAft>
                <a:spcPts val="567"/>
              </a:spcAft>
              <a:buSzPct val="45000"/>
              <a:buFont typeface="OpenSymbol"/>
              <a:buChar char="●"/>
            </a:pPr>
            <a:r>
              <a:rPr lang="fr-FR"/>
              <a:t>Texte 4</a:t>
            </a:r>
          </a:p>
          <a:p>
            <a:pPr lvl="0" algn="l">
              <a:spcBef>
                <a:spcPts val="567"/>
              </a:spcBef>
              <a:spcAft>
                <a:spcPts val="567"/>
              </a:spcAft>
              <a:buSzPct val="45000"/>
              <a:buFont typeface="OpenSymbol"/>
              <a:buChar char="●"/>
            </a:pPr>
            <a:r>
              <a:rPr lang="fr-FR"/>
              <a:t>Texte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5C098E-9C44-D742-8CEF-7CC3FB1E1B7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fr-FR"/>
              <a:t>Titre 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B5FAF5F-BAAE-7845-AFC5-C88E54634BE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240"/>
            <a:ext cx="4426920" cy="3288239"/>
          </a:xfrm>
        </p:spPr>
        <p:txBody>
          <a:bodyPr/>
          <a:lstStyle/>
          <a:p>
            <a:pPr lvl="0">
              <a:spcBef>
                <a:spcPts val="1698"/>
              </a:spcBef>
              <a:spcAft>
                <a:spcPts val="283"/>
              </a:spcAft>
            </a:pPr>
            <a:r>
              <a:rPr lang="fr-FR" sz="1800" dirty="0" err="1">
                <a:ea typeface="Tahoma" pitchFamily="2"/>
                <a:cs typeface="Tahoma" pitchFamily="2"/>
              </a:rPr>
              <a:t>Itatios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saecto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dolores</a:t>
            </a:r>
            <a:r>
              <a:rPr lang="fr-FR" sz="1800" dirty="0">
                <a:ea typeface="Tahoma" pitchFamily="2"/>
                <a:cs typeface="Tahoma" pitchFamily="2"/>
              </a:rPr>
              <a:t> sin </a:t>
            </a:r>
            <a:r>
              <a:rPr lang="fr-FR" sz="1800" dirty="0" err="1">
                <a:ea typeface="Tahoma" pitchFamily="2"/>
                <a:cs typeface="Tahoma" pitchFamily="2"/>
              </a:rPr>
              <a:t>rehent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volectium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ipisquaecus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ero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mincien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danditi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conet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occumet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omniati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orrovid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utet</a:t>
            </a:r>
            <a:r>
              <a:rPr lang="fr-FR" sz="1800" dirty="0">
                <a:ea typeface="Tahoma" pitchFamily="2"/>
                <a:cs typeface="Tahoma" pitchFamily="2"/>
              </a:rPr>
              <a:t> ad quo </a:t>
            </a:r>
            <a:r>
              <a:rPr lang="fr-FR" sz="1800" dirty="0" err="1">
                <a:ea typeface="Tahoma" pitchFamily="2"/>
                <a:cs typeface="Tahoma" pitchFamily="2"/>
              </a:rPr>
              <a:t>bearumet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re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sam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dolest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excescia</a:t>
            </a:r>
            <a:r>
              <a:rPr lang="fr-FR" sz="1800" dirty="0">
                <a:ea typeface="Tahoma" pitchFamily="2"/>
                <a:cs typeface="Tahoma" pitchFamily="2"/>
              </a:rPr>
              <a:t> a </a:t>
            </a:r>
            <a:r>
              <a:rPr lang="fr-FR" sz="1800" dirty="0" err="1">
                <a:ea typeface="Tahoma" pitchFamily="2"/>
                <a:cs typeface="Tahoma" pitchFamily="2"/>
              </a:rPr>
              <a:t>volorionet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voluptatur</a:t>
            </a:r>
            <a:r>
              <a:rPr lang="fr-FR" sz="1800" dirty="0">
                <a:ea typeface="Tahoma" pitchFamily="2"/>
                <a:cs typeface="Tahoma" pitchFamily="2"/>
              </a:rPr>
              <a:t>, </a:t>
            </a:r>
            <a:r>
              <a:rPr lang="fr-FR" sz="1800" dirty="0" err="1">
                <a:ea typeface="Tahoma" pitchFamily="2"/>
                <a:cs typeface="Tahoma" pitchFamily="2"/>
              </a:rPr>
              <a:t>siti</a:t>
            </a:r>
            <a:r>
              <a:rPr lang="fr-FR" sz="1800" dirty="0">
                <a:ea typeface="Tahoma" pitchFamily="2"/>
                <a:cs typeface="Tahoma" pitchFamily="2"/>
              </a:rPr>
              <a:t> a </a:t>
            </a:r>
            <a:r>
              <a:rPr lang="fr-FR" sz="1800" dirty="0" err="1">
                <a:ea typeface="Tahoma" pitchFamily="2"/>
                <a:cs typeface="Tahoma" pitchFamily="2"/>
              </a:rPr>
              <a:t>debis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eatur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simolent</a:t>
            </a:r>
            <a:r>
              <a:rPr lang="fr-FR" sz="1800" dirty="0">
                <a:ea typeface="Tahoma" pitchFamily="2"/>
                <a:cs typeface="Tahoma" pitchFamily="2"/>
              </a:rPr>
              <a:t>. </a:t>
            </a:r>
            <a:r>
              <a:rPr lang="fr-FR" sz="1800" dirty="0" err="1">
                <a:ea typeface="Tahoma" pitchFamily="2"/>
                <a:cs typeface="Tahoma" pitchFamily="2"/>
              </a:rPr>
              <a:t>susa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quas</a:t>
            </a:r>
            <a:r>
              <a:rPr lang="fr-FR" sz="1800" dirty="0">
                <a:ea typeface="Tahoma" pitchFamily="2"/>
                <a:cs typeface="Tahoma" pitchFamily="2"/>
              </a:rPr>
              <a:t> es quat que </a:t>
            </a:r>
            <a:r>
              <a:rPr lang="fr-FR" sz="1800" dirty="0" err="1">
                <a:ea typeface="Tahoma" pitchFamily="2"/>
                <a:cs typeface="Tahoma" pitchFamily="2"/>
              </a:rPr>
              <a:t>perferi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optatur</a:t>
            </a:r>
            <a:r>
              <a:rPr lang="fr-FR" sz="1800" dirty="0">
                <a:ea typeface="Tahoma" pitchFamily="2"/>
                <a:cs typeface="Tahoma" pitchFamily="2"/>
              </a:rPr>
              <a:t>? </a:t>
            </a:r>
            <a:r>
              <a:rPr lang="fr-FR" sz="1800" dirty="0" err="1">
                <a:ea typeface="Tahoma" pitchFamily="2"/>
                <a:cs typeface="Tahoma" pitchFamily="2"/>
              </a:rPr>
              <a:t>Quidenis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inimet</a:t>
            </a:r>
            <a:r>
              <a:rPr lang="fr-FR" sz="1800" dirty="0">
                <a:ea typeface="Tahoma" pitchFamily="2"/>
                <a:cs typeface="Tahoma" pitchFamily="2"/>
              </a:rPr>
              <a:t> quo </a:t>
            </a:r>
            <a:r>
              <a:rPr lang="fr-FR" sz="1800" dirty="0" err="1">
                <a:ea typeface="Tahoma" pitchFamily="2"/>
                <a:cs typeface="Tahoma" pitchFamily="2"/>
              </a:rPr>
              <a:t>etureprs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orporepe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dolores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natiis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sequam</a:t>
            </a:r>
            <a:r>
              <a:rPr lang="fr-FR" sz="1800" dirty="0">
                <a:ea typeface="Tahoma" pitchFamily="2"/>
                <a:cs typeface="Tahoma" pitchFamily="2"/>
              </a:rPr>
              <a:t>, </a:t>
            </a:r>
            <a:r>
              <a:rPr lang="fr-FR" sz="1800" dirty="0" err="1">
                <a:ea typeface="Tahoma" pitchFamily="2"/>
                <a:cs typeface="Tahoma" pitchFamily="2"/>
              </a:rPr>
              <a:t>sit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alitiunt</a:t>
            </a:r>
            <a:r>
              <a:rPr lang="fr-FR" sz="1800" dirty="0">
                <a:ea typeface="Tahoma" pitchFamily="2"/>
                <a:cs typeface="Tahoma" pitchFamily="2"/>
              </a:rPr>
              <a:t>, </a:t>
            </a:r>
            <a:r>
              <a:rPr lang="fr-FR" sz="1800" dirty="0" err="1">
                <a:ea typeface="Tahoma" pitchFamily="2"/>
                <a:cs typeface="Tahoma" pitchFamily="2"/>
              </a:rPr>
              <a:t>nonsequam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esciusam</a:t>
            </a:r>
            <a:r>
              <a:rPr lang="fr-FR" sz="1800" dirty="0">
                <a:ea typeface="Tahoma" pitchFamily="2"/>
                <a:cs typeface="Tahoma" pitchFamily="2"/>
              </a:rPr>
              <a:t> et </a:t>
            </a:r>
            <a:r>
              <a:rPr lang="fr-FR" sz="1800" dirty="0" err="1">
                <a:ea typeface="Tahoma" pitchFamily="2"/>
                <a:cs typeface="Tahoma" pitchFamily="2"/>
              </a:rPr>
              <a:t>volorro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remquististo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illendi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aut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reptaspiti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arissi</a:t>
            </a:r>
            <a:r>
              <a:rPr lang="fr-FR" sz="1800" dirty="0">
                <a:ea typeface="Tahoma" pitchFamily="2"/>
                <a:cs typeface="Tahoma" pitchFamily="2"/>
              </a:rPr>
              <a:t> con </a:t>
            </a:r>
            <a:r>
              <a:rPr lang="fr-FR" sz="1800" dirty="0" err="1">
                <a:ea typeface="Tahoma" pitchFamily="2"/>
                <a:cs typeface="Tahoma" pitchFamily="2"/>
              </a:rPr>
              <a:t>nost</a:t>
            </a:r>
            <a:r>
              <a:rPr lang="fr-FR" sz="1800" dirty="0">
                <a:ea typeface="Tahoma" pitchFamily="2"/>
                <a:cs typeface="Tahoma" pitchFamily="2"/>
              </a:rPr>
              <a:t>  </a:t>
            </a:r>
            <a:r>
              <a:rPr lang="fr-FR" sz="1800" dirty="0" err="1">
                <a:ea typeface="Tahoma" pitchFamily="2"/>
                <a:cs typeface="Tahoma" pitchFamily="2"/>
              </a:rPr>
              <a:t>liquat</a:t>
            </a:r>
            <a:r>
              <a:rPr lang="fr-FR" sz="1800" dirty="0">
                <a:ea typeface="Tahoma" pitchFamily="2"/>
                <a:cs typeface="Tahoma" pitchFamily="2"/>
              </a:rPr>
              <a:t> </a:t>
            </a:r>
            <a:r>
              <a:rPr lang="fr-FR" sz="1800" dirty="0" err="1">
                <a:ea typeface="Tahoma" pitchFamily="2"/>
                <a:cs typeface="Tahoma" pitchFamily="2"/>
              </a:rPr>
              <a:t>qu</a:t>
            </a:r>
            <a:r>
              <a:rPr lang="fr-FR" sz="1800" dirty="0">
                <a:ea typeface="Tahoma" pitchFamily="2"/>
                <a:cs typeface="Tahoma" pitchFamily="2"/>
              </a:rPr>
              <a:t>.</a:t>
            </a:r>
          </a:p>
        </p:txBody>
      </p:sp>
      <p:graphicFrame>
        <p:nvGraphicFramePr>
          <p:cNvPr id="4" name="Espace réservé du graphique 3">
            <a:extLst>
              <a:ext uri="{FF2B5EF4-FFF2-40B4-BE49-F238E27FC236}">
                <a16:creationId xmlns:a16="http://schemas.microsoft.com/office/drawing/2014/main" id="{49FA888F-6B04-AA4D-8BA9-2BB783FB62F5}"/>
              </a:ext>
            </a:extLst>
          </p:cNvPr>
          <p:cNvGraphicFramePr>
            <a:graphicFrameLocks noGrp="1"/>
          </p:cNvGraphicFramePr>
          <p:nvPr>
            <p:ph type="chart" idx="4294967295"/>
          </p:nvPr>
        </p:nvGraphicFramePr>
        <p:xfrm>
          <a:off x="5152680" y="1326240"/>
          <a:ext cx="4426920" cy="32882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82BDA8-0BA9-9B41-B59A-2A5F4E9F9A5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15640"/>
            <a:ext cx="9288000" cy="946440"/>
          </a:xfrm>
        </p:spPr>
        <p:txBody>
          <a:bodyPr>
            <a:spAutoFit/>
          </a:bodyPr>
          <a:lstStyle/>
          <a:p>
            <a:pPr lvl="0"/>
            <a:r>
              <a:rPr lang="fr-FR"/>
              <a:t>Titre 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326A5D1-2A29-774A-9D49-5CFE05B1061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104000" y="1247400"/>
            <a:ext cx="5688000" cy="3288239"/>
          </a:xfrm>
        </p:spPr>
        <p:txBody>
          <a:bodyPr/>
          <a:lstStyle/>
          <a:p>
            <a:pPr lvl="0" algn="l">
              <a:spcBef>
                <a:spcPts val="1698"/>
              </a:spcBef>
              <a:spcAft>
                <a:spcPts val="283"/>
              </a:spcAft>
              <a:buSzPct val="45000"/>
              <a:buFont typeface="OpenSymbol"/>
              <a:buChar char="●"/>
            </a:pPr>
            <a:r>
              <a:rPr lang="fr-FR" dirty="0"/>
              <a:t>Texte 1</a:t>
            </a:r>
          </a:p>
          <a:p>
            <a:pPr lvl="0" algn="l">
              <a:spcBef>
                <a:spcPts val="1698"/>
              </a:spcBef>
              <a:spcAft>
                <a:spcPts val="283"/>
              </a:spcAft>
              <a:buSzPct val="45000"/>
              <a:buFont typeface="OpenSymbol"/>
              <a:buChar char="●"/>
            </a:pPr>
            <a:r>
              <a:rPr lang="fr-FR" dirty="0"/>
              <a:t>Texte 2</a:t>
            </a:r>
          </a:p>
          <a:p>
            <a:pPr lvl="0" algn="l">
              <a:spcBef>
                <a:spcPts val="1698"/>
              </a:spcBef>
              <a:spcAft>
                <a:spcPts val="283"/>
              </a:spcAft>
              <a:buSzPct val="45000"/>
              <a:buFont typeface="OpenSymbol"/>
              <a:buChar char="●"/>
            </a:pPr>
            <a:r>
              <a:rPr lang="fr-FR" dirty="0"/>
              <a:t>Texte 3</a:t>
            </a:r>
          </a:p>
          <a:p>
            <a:pPr lvl="0" algn="l">
              <a:spcBef>
                <a:spcPts val="1698"/>
              </a:spcBef>
              <a:spcAft>
                <a:spcPts val="283"/>
              </a:spcAft>
              <a:buSzPct val="45000"/>
              <a:buFont typeface="OpenSymbol"/>
              <a:buChar char="●"/>
            </a:pPr>
            <a:r>
              <a:rPr lang="fr-FR" dirty="0"/>
              <a:t>Texte 4</a:t>
            </a:r>
          </a:p>
          <a:p>
            <a:pPr lvl="0" algn="l">
              <a:spcBef>
                <a:spcPts val="1698"/>
              </a:spcBef>
              <a:spcAft>
                <a:spcPts val="283"/>
              </a:spcAft>
              <a:buSzPct val="45000"/>
              <a:buFont typeface="OpenSymbol"/>
              <a:buChar char="●"/>
            </a:pPr>
            <a:r>
              <a:rPr lang="fr-FR" dirty="0"/>
              <a:t>Texte 5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CC9FA877-F354-D941-B65D-EC39EF497606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27760" y="1247400"/>
            <a:ext cx="3288239" cy="3288239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ge Titre">
  <a:themeElements>
    <a:clrScheme name="Orange Avignon Université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F3974B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ges suivant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100</Words>
  <Application>Microsoft Macintosh PowerPoint</Application>
  <PresentationFormat>Grand écran</PresentationFormat>
  <Paragraphs>21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4</vt:i4>
      </vt:variant>
    </vt:vector>
  </HeadingPairs>
  <TitlesOfParts>
    <vt:vector size="13" baseType="lpstr">
      <vt:lpstr>Arial Unicode MS</vt:lpstr>
      <vt:lpstr>PingFang SC</vt:lpstr>
      <vt:lpstr>Arial</vt:lpstr>
      <vt:lpstr>Liberation Sans</vt:lpstr>
      <vt:lpstr>Liberation Serif</vt:lpstr>
      <vt:lpstr>OpenSymbol</vt:lpstr>
      <vt:lpstr>Tahoma</vt:lpstr>
      <vt:lpstr>Page Titre</vt:lpstr>
      <vt:lpstr>Pages suivantes</vt:lpstr>
      <vt:lpstr>Présentation PowerPoint</vt:lpstr>
      <vt:lpstr>Titre 1</vt:lpstr>
      <vt:lpstr>Titre 1</vt:lpstr>
      <vt:lpstr>Titre 1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Microsoft Office User</cp:lastModifiedBy>
  <cp:revision>7</cp:revision>
  <dcterms:created xsi:type="dcterms:W3CDTF">2018-11-30T19:09:57Z</dcterms:created>
  <dcterms:modified xsi:type="dcterms:W3CDTF">2018-12-03T16:41:49Z</dcterms:modified>
</cp:coreProperties>
</file>